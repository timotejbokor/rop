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9144000" cy="6858000" type="screen4x3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40" autoAdjust="0"/>
  </p:normalViewPr>
  <p:slideViewPr>
    <p:cSldViewPr>
      <p:cViewPr>
        <p:scale>
          <a:sx n="66" d="100"/>
          <a:sy n="66" d="100"/>
        </p:scale>
        <p:origin x="-1506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ĺžnik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vná spojnica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Nadpis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25" name="Podnadpis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sk-SK" smtClean="0"/>
              <a:t>Kliknite sem a upravte štýl predlohy podnadpisov.</a:t>
            </a:r>
            <a:endParaRPr kumimoji="0" lang="en-US"/>
          </a:p>
        </p:txBody>
      </p:sp>
      <p:sp>
        <p:nvSpPr>
          <p:cNvPr id="31" name="Zástupný symbol dátumu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18" name="Zástupný symbol päty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sk-SK"/>
          </a:p>
        </p:txBody>
      </p:sp>
      <p:sp>
        <p:nvSpPr>
          <p:cNvPr id="29" name="Zástupný symbol čísla snímky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sk-SK" smtClean="0"/>
              <a:t>Kliknite sem a upravte štýly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sk-SK" smtClean="0"/>
              <a:t>Kliknite sem a upravte štýly predlohy textu.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sk-SK" smtClean="0"/>
              <a:t>Kliknite sem a upravte štýly predlohy textu.</a:t>
            </a:r>
          </a:p>
        </p:txBody>
      </p:sp>
      <p:sp>
        <p:nvSpPr>
          <p:cNvPr id="5" name="Zástupný symbol obsahu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sk-SK" smtClean="0"/>
              <a:t>Kliknite sem a upravte štýly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ĺžnik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ĺžnik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 dirty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sk-SK" smtClean="0"/>
              <a:t>Kliknite sem a upravte štýly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  <p:sp>
        <p:nvSpPr>
          <p:cNvPr id="10" name="Zástupný symbol obrázka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sk-SK" smtClean="0"/>
              <a:t>Ak chcete pridať obrázok, kliknite na ikonu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sk-SK" smtClean="0"/>
              <a:t>Kliknite sem a upravte štýly predlohy textu.</a:t>
            </a:r>
          </a:p>
          <a:p>
            <a:pPr lvl="1" eaLnBrk="1" latinLnBrk="0" hangingPunct="1"/>
            <a:r>
              <a:rPr lang="sk-SK" smtClean="0"/>
              <a:t>Druhá úroveň</a:t>
            </a:r>
          </a:p>
          <a:p>
            <a:pPr lvl="2" eaLnBrk="1" latinLnBrk="0" hangingPunct="1"/>
            <a:r>
              <a:rPr lang="sk-SK" smtClean="0"/>
              <a:t>Tretia úroveň</a:t>
            </a:r>
          </a:p>
          <a:p>
            <a:pPr lvl="3" eaLnBrk="1" latinLnBrk="0" hangingPunct="1"/>
            <a:r>
              <a:rPr lang="sk-SK" smtClean="0"/>
              <a:t>Štvrtá úroveň</a:t>
            </a:r>
          </a:p>
          <a:p>
            <a:pPr lvl="4" eaLnBrk="1" latinLnBrk="0" hangingPunct="1"/>
            <a:r>
              <a:rPr lang="sk-SK" smtClean="0"/>
              <a:t>Piata úroveň</a:t>
            </a:r>
            <a:endParaRPr kumimoji="0" lang="en-US"/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ĺžnik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Zástupný symbol nadpisu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sk-SK" smtClean="0"/>
              <a:t>Kliknite sem a upravte štýl predlohy nadpisov.</a:t>
            </a:r>
            <a:endParaRPr kumimoji="0" lang="en-US"/>
          </a:p>
        </p:txBody>
      </p:sp>
      <p:sp>
        <p:nvSpPr>
          <p:cNvPr id="31" name="Zástupný symbol textu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sk-SK" smtClean="0"/>
              <a:t>Kliknite sem a upravte štýly predlohy textu.</a:t>
            </a:r>
          </a:p>
          <a:p>
            <a:pPr lvl="1" eaLnBrk="1" latinLnBrk="0" hangingPunct="1"/>
            <a:r>
              <a:rPr kumimoji="0" lang="sk-SK" smtClean="0"/>
              <a:t>Druhá úroveň</a:t>
            </a:r>
          </a:p>
          <a:p>
            <a:pPr lvl="2" eaLnBrk="1" latinLnBrk="0" hangingPunct="1"/>
            <a:r>
              <a:rPr kumimoji="0" lang="sk-SK" smtClean="0"/>
              <a:t>Tretia úroveň</a:t>
            </a:r>
          </a:p>
          <a:p>
            <a:pPr lvl="3" eaLnBrk="1" latinLnBrk="0" hangingPunct="1"/>
            <a:r>
              <a:rPr kumimoji="0" lang="sk-SK" smtClean="0"/>
              <a:t>Štvrtá úroveň</a:t>
            </a:r>
          </a:p>
          <a:p>
            <a:pPr lvl="4" eaLnBrk="1" latinLnBrk="0" hangingPunct="1"/>
            <a:r>
              <a:rPr kumimoji="0" lang="sk-SK" smtClean="0"/>
              <a:t>Piata úroveň</a:t>
            </a:r>
            <a:endParaRPr kumimoji="0" lang="en-US"/>
          </a:p>
        </p:txBody>
      </p:sp>
      <p:sp>
        <p:nvSpPr>
          <p:cNvPr id="27" name="Zástupný symbol dátumu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6A812B65-9A1B-42FF-8DDA-365A2B0950AF}" type="datetimeFigureOut">
              <a:rPr lang="sk-SK" smtClean="0"/>
              <a:pPr/>
              <a:t>17. 11. 2025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sk-SK"/>
          </a:p>
        </p:txBody>
      </p:sp>
      <p:sp>
        <p:nvSpPr>
          <p:cNvPr id="16" name="Zástupný symbol čísla snímky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6463108-0728-4F2C-A3A7-356034624A9C}" type="slidenum">
              <a:rPr lang="sk-SK" smtClean="0"/>
              <a:pPr/>
              <a:t>‹#›</a:t>
            </a:fld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smtClean="0"/>
              <a:t>Progres ročníkového projektu</a:t>
            </a:r>
            <a:endParaRPr lang="sk-SK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úlohy</a:t>
            </a:r>
            <a:endParaRPr lang="sk-SK" dirty="0"/>
          </a:p>
        </p:txBody>
      </p:sp>
      <p:pic>
        <p:nvPicPr>
          <p:cNvPr id="1026" name="Picture 2" descr="C:\Users\Lenovo\Downloads\Screenshot 2025-11-17 at 22-27-53 ROP_rozpis_uloh.txt at main · TimotejBokor_ROP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001000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Splnené úlohy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smtClean="0"/>
              <a:t>Vybranie programovacieho jazyka</a:t>
            </a:r>
          </a:p>
          <a:p>
            <a:r>
              <a:rPr lang="sk-SK" dirty="0" smtClean="0"/>
              <a:t>Vytvorená osnova</a:t>
            </a:r>
          </a:p>
          <a:p>
            <a:r>
              <a:rPr lang="sk-SK" dirty="0" smtClean="0"/>
              <a:t>Program ktorý sleduje </a:t>
            </a:r>
            <a:r>
              <a:rPr lang="sk-SK" dirty="0" err="1" smtClean="0"/>
              <a:t>pakety</a:t>
            </a:r>
            <a:r>
              <a:rPr lang="sk-SK" dirty="0" smtClean="0"/>
              <a:t> na sieti</a:t>
            </a:r>
          </a:p>
          <a:p>
            <a:r>
              <a:rPr lang="sk-SK" dirty="0" smtClean="0"/>
              <a:t>Program ktorý skenuje porty</a:t>
            </a:r>
          </a:p>
          <a:p>
            <a:r>
              <a:rPr lang="sk-SK" dirty="0" smtClean="0"/>
              <a:t>Obstaranie (červeného) </a:t>
            </a:r>
            <a:r>
              <a:rPr lang="sk-SK" dirty="0" err="1" smtClean="0"/>
              <a:t>drona</a:t>
            </a:r>
            <a:endParaRPr lang="sk-SK" dirty="0" smtClean="0"/>
          </a:p>
          <a:p>
            <a:endParaRPr lang="sk-SK" dirty="0" smtClean="0"/>
          </a:p>
          <a:p>
            <a:endParaRPr lang="sk-SK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Splnené úlohy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520440" cy="4525963"/>
          </a:xfrm>
        </p:spPr>
        <p:txBody>
          <a:bodyPr/>
          <a:lstStyle/>
          <a:p>
            <a:r>
              <a:rPr lang="sk-SK" dirty="0" smtClean="0"/>
              <a:t>Sledovač </a:t>
            </a:r>
            <a:r>
              <a:rPr lang="sk-SK" dirty="0" err="1" smtClean="0"/>
              <a:t>paketov</a:t>
            </a:r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endParaRPr lang="sk-SK" dirty="0" smtClean="0"/>
          </a:p>
          <a:p>
            <a:r>
              <a:rPr lang="sk-SK" dirty="0" smtClean="0"/>
              <a:t>Skener portov</a:t>
            </a:r>
          </a:p>
          <a:p>
            <a:endParaRPr lang="sk-SK" dirty="0" smtClean="0"/>
          </a:p>
          <a:p>
            <a:endParaRPr lang="sk-SK" dirty="0" smtClean="0"/>
          </a:p>
          <a:p>
            <a:endParaRPr lang="sk-SK" dirty="0"/>
          </a:p>
        </p:txBody>
      </p:sp>
      <p:pic>
        <p:nvPicPr>
          <p:cNvPr id="2053" name="Picture 5" descr="C:\Users\Lenovo\Downloads\Screenshot_2025-11-17_22-14-23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91000" y="1752600"/>
            <a:ext cx="3521075" cy="2028727"/>
          </a:xfrm>
          <a:prstGeom prst="rect">
            <a:avLst/>
          </a:prstGeom>
          <a:noFill/>
        </p:spPr>
      </p:pic>
      <p:pic>
        <p:nvPicPr>
          <p:cNvPr id="2054" name="Picture 6" descr="C:\Users\Lenovo\Downloads\Screenshot_2025-11-17_22-11-2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3810000"/>
            <a:ext cx="3657600" cy="2869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Splnené úlohy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 smtClean="0"/>
              <a:t>Červený </a:t>
            </a:r>
            <a:r>
              <a:rPr lang="sk-SK" smtClean="0"/>
              <a:t>dron</a:t>
            </a:r>
            <a:endParaRPr lang="sk-SK" dirty="0"/>
          </a:p>
        </p:txBody>
      </p:sp>
      <p:pic>
        <p:nvPicPr>
          <p:cNvPr id="3078" name="Picture 6" descr="C:\Users\Lenovo\Downloads\100000211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524000"/>
            <a:ext cx="3397250" cy="45244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(zatiaľ) nesplnené úlohy</a:t>
            </a:r>
            <a:endParaRPr lang="sk-SK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 smtClean="0"/>
              <a:t>Posielač</a:t>
            </a:r>
            <a:r>
              <a:rPr lang="sk-SK" dirty="0" smtClean="0"/>
              <a:t> </a:t>
            </a:r>
            <a:r>
              <a:rPr lang="sk-SK" dirty="0" err="1" smtClean="0"/>
              <a:t>paketov</a:t>
            </a:r>
            <a:r>
              <a:rPr lang="sk-SK" dirty="0" smtClean="0"/>
              <a:t> (problém so zadávaním IP)</a:t>
            </a:r>
          </a:p>
          <a:p>
            <a:r>
              <a:rPr lang="sk-SK" dirty="0" smtClean="0"/>
              <a:t> </a:t>
            </a:r>
            <a:r>
              <a:rPr lang="sk-SK" dirty="0" err="1" smtClean="0"/>
              <a:t>R</a:t>
            </a:r>
            <a:r>
              <a:rPr lang="sk-SK" dirty="0" err="1" smtClean="0"/>
              <a:t>ogue</a:t>
            </a:r>
            <a:r>
              <a:rPr lang="sk-SK" dirty="0" smtClean="0"/>
              <a:t> AP detektor, skener anomálií </a:t>
            </a:r>
          </a:p>
          <a:p>
            <a:r>
              <a:rPr lang="sk-SK" dirty="0" smtClean="0"/>
              <a:t>Obstaranie </a:t>
            </a:r>
            <a:r>
              <a:rPr lang="sk-SK" dirty="0" err="1" smtClean="0"/>
              <a:t>raspberry</a:t>
            </a:r>
            <a:r>
              <a:rPr lang="sk-SK" dirty="0" smtClean="0"/>
              <a:t> pi </a:t>
            </a:r>
            <a:r>
              <a:rPr lang="sk-SK" dirty="0" err="1" smtClean="0"/>
              <a:t>zero</a:t>
            </a:r>
            <a:r>
              <a:rPr lang="sk-SK" dirty="0" smtClean="0"/>
              <a:t> 2 w (stále neprišlo)</a:t>
            </a:r>
          </a:p>
          <a:p>
            <a:pPr>
              <a:buNone/>
            </a:pPr>
            <a:endParaRPr lang="sk-SK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uxusný">
  <a:themeElements>
    <a:clrScheme name="Luxusn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Luxusn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uxusn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24</TotalTime>
  <Words>66</Words>
  <PresentationFormat>Prezentácia na obrazovke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7" baseType="lpstr">
      <vt:lpstr>Luxusný</vt:lpstr>
      <vt:lpstr>Progres ročníkového projektu</vt:lpstr>
      <vt:lpstr>úlohy</vt:lpstr>
      <vt:lpstr>Splnené úlohy</vt:lpstr>
      <vt:lpstr>Splnené úlohy</vt:lpstr>
      <vt:lpstr>Splnené úlohy</vt:lpstr>
      <vt:lpstr>(zatiaľ) nesplnené úlohy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 ročníkového projektu</dc:title>
  <dc:creator>Lenovo</dc:creator>
  <cp:lastModifiedBy>Lenovo</cp:lastModifiedBy>
  <cp:revision>9</cp:revision>
  <dcterms:created xsi:type="dcterms:W3CDTF">2025-11-17T21:24:35Z</dcterms:created>
  <dcterms:modified xsi:type="dcterms:W3CDTF">2025-11-17T21:58:50Z</dcterms:modified>
</cp:coreProperties>
</file>